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90" autoAdjust="0"/>
  </p:normalViewPr>
  <p:slideViewPr>
    <p:cSldViewPr snapToGrid="0">
      <p:cViewPr varScale="1">
        <p:scale>
          <a:sx n="81" d="100"/>
          <a:sy n="8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01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33583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eshapari2007-create/Student-Academic-Analysis-and-Grad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abRuCjyAY6DIBT8CqbmiCCmaPU4iVPTj/view?usp=drive_lin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48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Amtul Jaleel Ayesha</a:t>
            </a:r>
          </a:p>
          <a:p>
            <a:pPr>
              <a:lnSpc>
                <a:spcPts val="2038"/>
              </a:lnSpc>
            </a:pP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48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ayeshapari2007@gmail.com</a:t>
            </a:r>
          </a:p>
          <a:p>
            <a:pPr>
              <a:lnSpc>
                <a:spcPts val="2038"/>
              </a:lnSpc>
            </a:pP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645499"/>
            <a:chOff x="3139699" y="4295282"/>
            <a:chExt cx="2272871" cy="64549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483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Ms.Umamaheswari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  <a:p>
              <a:pPr>
                <a:lnSpc>
                  <a:spcPts val="2038"/>
                </a:lnSpc>
              </a:pP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35805" y="640419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BA53C9D-AAA2-05C7-14B1-F7DA481CA53F}"/>
              </a:ext>
            </a:extLst>
          </p:cNvPr>
          <p:cNvSpPr/>
          <p:nvPr/>
        </p:nvSpPr>
        <p:spPr>
          <a:xfrm>
            <a:off x="457200" y="1284468"/>
            <a:ext cx="4114800" cy="302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BB90A13-7196-D2E6-20B4-845F03152899}"/>
              </a:ext>
            </a:extLst>
          </p:cNvPr>
          <p:cNvSpPr/>
          <p:nvPr/>
        </p:nvSpPr>
        <p:spPr>
          <a:xfrm>
            <a:off x="173420" y="2446095"/>
            <a:ext cx="4114800" cy="30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36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BCD0967-8763-EBD0-918B-8930803EE40C}"/>
              </a:ext>
            </a:extLst>
          </p:cNvPr>
          <p:cNvSpPr/>
          <p:nvPr/>
        </p:nvSpPr>
        <p:spPr>
          <a:xfrm>
            <a:off x="457200" y="252090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079AF38-4D82-61EA-A6DE-714C1225E65B}"/>
              </a:ext>
            </a:extLst>
          </p:cNvPr>
          <p:cNvSpPr/>
          <p:nvPr/>
        </p:nvSpPr>
        <p:spPr>
          <a:xfrm>
            <a:off x="1040524" y="2655530"/>
            <a:ext cx="67791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STUDENT PERFORMANCE PRISM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42052B7-1005-7C95-89EC-CBD8D61EEAEE}"/>
              </a:ext>
            </a:extLst>
          </p:cNvPr>
          <p:cNvSpPr/>
          <p:nvPr/>
        </p:nvSpPr>
        <p:spPr>
          <a:xfrm>
            <a:off x="457200" y="29535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6365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301636-150B-FB86-2F04-2325731F4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5669"/>
            <a:ext cx="9144000" cy="4480560"/>
          </a:xfrm>
          <a:prstGeom prst="rect">
            <a:avLst/>
          </a:prstGeom>
          <a:effectLst>
            <a:softEdge rad="3556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7922" y="639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BA53C9D-AAA2-05C7-14B1-F7DA481CA53F}"/>
              </a:ext>
            </a:extLst>
          </p:cNvPr>
          <p:cNvSpPr/>
          <p:nvPr/>
        </p:nvSpPr>
        <p:spPr>
          <a:xfrm>
            <a:off x="457200" y="1284468"/>
            <a:ext cx="4114800" cy="302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BB90A13-7196-D2E6-20B4-845F03152899}"/>
              </a:ext>
            </a:extLst>
          </p:cNvPr>
          <p:cNvSpPr/>
          <p:nvPr/>
        </p:nvSpPr>
        <p:spPr>
          <a:xfrm>
            <a:off x="173420" y="2446095"/>
            <a:ext cx="4114800" cy="30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600" dirty="0"/>
              <a:t>This project focuses on analyzing student performance using data-driven techniques. It studies various factors that influence academic results, such as attendance, study habits, and other relevant parameters. The analysis helps in identifying patterns and trends in student performance.</a:t>
            </a: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BCD0967-8763-EBD0-918B-8930803EE40C}"/>
              </a:ext>
            </a:extLst>
          </p:cNvPr>
          <p:cNvSpPr/>
          <p:nvPr/>
        </p:nvSpPr>
        <p:spPr>
          <a:xfrm>
            <a:off x="457200" y="252090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079AF38-4D82-61EA-A6DE-714C1225E65B}"/>
              </a:ext>
            </a:extLst>
          </p:cNvPr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42052B7-1005-7C95-89EC-CBD8D61EEAEE}"/>
              </a:ext>
            </a:extLst>
          </p:cNvPr>
          <p:cNvSpPr/>
          <p:nvPr/>
        </p:nvSpPr>
        <p:spPr>
          <a:xfrm>
            <a:off x="457200" y="29535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FBE3C2-EC69-1326-1640-E744E06D5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220" y="859272"/>
            <a:ext cx="4764340" cy="3862552"/>
          </a:xfrm>
          <a:prstGeom prst="rect">
            <a:avLst/>
          </a:prstGeom>
          <a:solidFill>
            <a:schemeClr val="accent1">
              <a:shade val="30000"/>
              <a:satMod val="115000"/>
            </a:schemeClr>
          </a:solidFill>
          <a:ln>
            <a:noFill/>
          </a:ln>
          <a:effectLst>
            <a:softEdge rad="3048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62" y="22951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buClrTx/>
              <a:buSzTx/>
              <a:tabLst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5538" y="1728329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 </a:t>
            </a:r>
          </a:p>
          <a:p>
            <a:pPr algn="just"/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50545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7918" y="2964233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2BD9DA6-7393-40A3-C1D5-C19E141F0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38" y="1288916"/>
            <a:ext cx="416840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Delayed Reporting Cycles</a:t>
            </a:r>
            <a:r>
              <a:rPr lang="en-US" sz="1600" dirty="0">
                <a:effectLst/>
              </a:rPr>
              <a:t> Performance reports are generated monthly or quarterly, meaning interventions happen too late to support struggling students in real time.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Static KPIs Without Context</a:t>
            </a:r>
            <a:r>
              <a:rPr lang="en-US" sz="1600" dirty="0">
                <a:effectLst/>
              </a:rPr>
              <a:t> Institutions rely on fixed metrics (like pass rates) without dynamic filters or drill-downs, making it impossible to see which courses or student groups are driving the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Resource Allocation Blind Spots</a:t>
            </a:r>
            <a:r>
              <a:rPr lang="en-IN" sz="1600" dirty="0"/>
              <a:t> 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Reactive Support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Manual Data Entry &amp; Fragmentation</a:t>
            </a:r>
            <a:r>
              <a:rPr lang="en-IN" sz="1600" dirty="0"/>
              <a:t> </a:t>
            </a:r>
            <a:endParaRPr lang="en-US" sz="1600" b="1" dirty="0">
              <a:effectLst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C374287-A508-7548-7FF1-F7FCB9E4F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670" y="1060704"/>
            <a:ext cx="4543622" cy="3503413"/>
          </a:xfrm>
          <a:prstGeom prst="rect">
            <a:avLst/>
          </a:prstGeom>
          <a:effectLst>
            <a:softEdge rad="3556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120736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By applying </a:t>
            </a:r>
            <a:r>
              <a:rPr lang="en-US" sz="1600" dirty="0"/>
              <a:t>structured data analysis and AI-driven techniques to transform raw student data into actionable insights.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dashboard includes KPIs to measure performance. Cards display key values and also used DAX measures to calculate these values dynamically, ensuring real-time updates based on selections.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This enables </a:t>
            </a:r>
            <a:r>
              <a:rPr lang="en-IN" sz="1600" dirty="0"/>
              <a:t>early support strategies</a:t>
            </a:r>
            <a:r>
              <a:rPr lang="en-US" sz="1600" dirty="0"/>
              <a:t>, better resource allocation, and improved academic results.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9CD960-10FD-A3D6-5CFF-7584FE3D2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572" y="905960"/>
            <a:ext cx="4787988" cy="3706997"/>
          </a:xfrm>
          <a:prstGeom prst="rect">
            <a:avLst/>
          </a:prstGeom>
          <a:effectLst>
            <a:softEdge rad="3556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050" dirty="0"/>
              <a:t>The data used in this project is a self-collected dataset created manually to ensure relevance and accuracy. </a:t>
            </a:r>
            <a:endParaRPr lang="en-IN" sz="10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Analysis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050" dirty="0"/>
              <a:t>The data is cleaned in Microsoft Excel by removing duplicates, correcting errors, and handling missing values.</a:t>
            </a:r>
            <a:endParaRPr lang="en-US" sz="105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 Integration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82880" y="3407874"/>
            <a:ext cx="4023360" cy="9680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/>
              <a:t>Microsoft Excel is used for data collection, cleaning, while Microsoft Copilot integrates AI to transform this prepared data into actionable insights, predictive models, and interactive visualizations that strengthen institutional decision-making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050" dirty="0"/>
              <a:t>The final output of the project is presented in the form of organized reports, charts, and visual representations. </a:t>
            </a:r>
            <a:endParaRPr lang="en-US" sz="105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l"/>
            <a:endParaRPr lang="en-IN" sz="1200" b="0" i="0" dirty="0">
              <a:solidFill>
                <a:srgbClr val="FFFFFF"/>
              </a:solidFill>
              <a:effectLst/>
              <a:latin typeface="-apple-system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6B4CB7B-3986-9365-2586-6B15B4BB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70946" y="157655"/>
            <a:ext cx="9301656" cy="5068614"/>
          </a:xfrm>
          <a:prstGeom prst="rect">
            <a:avLst/>
          </a:prstGeom>
          <a:effectLst>
            <a:softEdge rad="190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5015011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78408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GitHub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https://github.com/ayeshapari2007-create/Student-Academic-Analysis-and-Grade</a:t>
            </a:r>
            <a:endParaRPr lang="en-US" sz="1400" dirty="0">
              <a:solidFill>
                <a:schemeClr val="bg1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0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22776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3218688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Video Presentation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55848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1abRuCjyAY6DIBT8CqbmiCCmaPU4iVPTj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/view?usp=drive_link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0216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282993" y="170078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/>
              <a:t>This project successfully developed a structured system for analyzing student academic performance using semester-wise data, attendance, and key performance indicators. The visualizations I have built — from KPI cards that spotlight excellence to funnel and Bar charts that trace progression. 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2834640" cy="2834640"/>
          </a:xfrm>
          <a:prstGeom prst="ellipse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5394960" y="1005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>
                <a:solidFill>
                  <a:srgbClr val="000000"/>
                </a:solidFill>
              </a:rPr>
              <a:t>✅</a:t>
            </a:r>
            <a:endParaRPr lang="en-US" sz="6000"/>
          </a:p>
        </p:txBody>
      </p:sp>
      <p:sp>
        <p:nvSpPr>
          <p:cNvPr id="18" name="Shape 16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87F6CD1-0BF9-57F7-C50A-B69C30FEAF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6822" y="708661"/>
            <a:ext cx="4500000" cy="3977893"/>
          </a:xfrm>
          <a:prstGeom prst="rect">
            <a:avLst/>
          </a:prstGeom>
          <a:effectLst>
            <a:softEdge rad="3556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182880" y="1581045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/>
              <a:t>This project can be further enhanced by incorporating advanced analytical and technological features to improve its effectiveness and scalability. One key improvement is the integration of </a:t>
            </a:r>
            <a:r>
              <a:rPr lang="en-US" sz="1600" b="1" dirty="0"/>
              <a:t>predictive analytics and machine learning models</a:t>
            </a:r>
            <a:r>
              <a:rPr lang="en-US" sz="1600" dirty="0"/>
              <a:t> to forecast student performance and identify at-risk students more accurately at an early stage.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>
                <a:solidFill>
                  <a:srgbClr val="000000"/>
                </a:solidFill>
              </a:rPr>
              <a:t>🧠</a:t>
            </a:r>
            <a:endParaRPr lang="en-US" sz="1000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 ideas &amp; roadmap]</a:t>
            </a:r>
            <a:endParaRPr lang="en-US" sz="1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67C2FA-5769-9CC1-943B-81D8BAF18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777241"/>
            <a:ext cx="4572000" cy="3931920"/>
          </a:xfrm>
          <a:prstGeom prst="rect">
            <a:avLst/>
          </a:prstGeom>
          <a:effectLst>
            <a:softEdge rad="3556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6305973" y="45720"/>
            <a:ext cx="27465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748862" y="575836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43456" y="2097997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3683" y="258318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  LinkedIn  |   </a:t>
            </a:r>
            <a:r>
              <a:rPr lang="en-US" sz="1100" dirty="0" err="1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Edunet</a:t>
            </a:r>
            <a:r>
              <a:rPr lang="en-US" sz="1100" dirty="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 Foundation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02DF76-3FC0-045E-421F-E3B64907C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31" y="3099501"/>
            <a:ext cx="8403022" cy="1998279"/>
          </a:xfrm>
          <a:prstGeom prst="rect">
            <a:avLst/>
          </a:prstGeom>
          <a:effectLst>
            <a:softEdge rad="355600"/>
          </a:effec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561</Words>
  <Application>Microsoft Office PowerPoint</Application>
  <PresentationFormat>On-screen Show (16:9)</PresentationFormat>
  <Paragraphs>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-apple-system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Amtul Jaleel Ayesha</cp:lastModifiedBy>
  <cp:revision>17</cp:revision>
  <dcterms:created xsi:type="dcterms:W3CDTF">2026-02-18T09:17:23Z</dcterms:created>
  <dcterms:modified xsi:type="dcterms:W3CDTF">2026-04-18T11:38:28Z</dcterms:modified>
</cp:coreProperties>
</file>